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734C3D-10E6-4179-AB6F-1024F5D87C5F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ABC8E4-570F-4F0B-8631-9300D60556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484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BC8E4-570F-4F0B-8631-9300D605562B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5601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F00B8-B8BF-6776-7D20-56393EE0B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10E1320-252D-6AAC-85B2-D6158007E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6976EA7-CCBF-558E-0C84-A20E11A162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F434B30-75D5-3AE1-7CF3-4F2EEC6A45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BC8E4-570F-4F0B-8631-9300D605562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4411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8673D-FCDE-D552-43D9-C404F20CA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9497624-2F16-5826-DF9E-766372949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CDBD1B6-7FE5-E86F-9380-73D7B465C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68884AE-9178-F9B5-9ADE-145EE24678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BC8E4-570F-4F0B-8631-9300D605562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00294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33723-3D65-5F9E-E78C-2D558880D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ACBADB8-FC3C-C267-9A75-51685CA75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48A8315-0DFF-FE1C-B8CB-0D19724E4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64F865-B81F-E76B-186D-E93A38CF4D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ABC8E4-570F-4F0B-8631-9300D605562B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4709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D21D1D-0986-9994-F235-CAC47D5E5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DD96B4C-E4E0-9499-9783-5C32DD0A91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5DE0B0-7446-2E2F-FF05-DF93E66B1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2E51-B6C2-477F-BE42-2DFB163930F7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3559E6-D19D-F201-DACE-6F7BC8BD3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B77BF1-62B1-8C6F-99CF-45FD4E6B2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0539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72D87B-9510-0871-55CA-4C4216F50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A57B187-4E77-F048-1E86-8CC505470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477E85-4291-3F9B-61B8-95342E0F9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2E51-B6C2-477F-BE42-2DFB163930F7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98A86C-7112-A113-8768-C8325A91D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2809312-2182-6D91-98EA-13577CEDE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715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067674-8440-8E8E-C1FA-AACAA225B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8CB5A8A-FEB5-5B5C-F10E-8DE45B814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4440CF-2679-0458-6081-BB8701B42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2E51-B6C2-477F-BE42-2DFB163930F7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7D6E1F-519F-1A1F-4A7A-5F9B8F28D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99694A-74EA-DF53-D475-FA03EE401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3300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280AFD-AF97-1242-AE1B-AF5E37AEF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4C69BD-E3DA-46F6-D0B8-8DBF0759E8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82089FB-7330-A671-CDB3-93423D2CE7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FD77AB2-67AE-44BC-0788-95A498B6B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2E51-B6C2-477F-BE42-2DFB163930F7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D4D99A9-A60F-D29E-181D-CC664BCC2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098639-D2C1-B4DA-04F9-F49522063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92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1ED065-D5AD-1050-D90B-1B1BAB7E9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0F60D68-347D-1D8B-A635-95E5CF3D7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83B7BC2-9B1A-0A5A-65F9-6469A7862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755035B-77FC-A6B7-2ABD-E8DDEE7E21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878D43D-5FFB-D2E2-10BD-E0CD387130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EF8FF3E-3F40-F289-5C43-4E536C3F1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2E51-B6C2-477F-BE42-2DFB163930F7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C9D522B-8130-DBA2-967C-1912E48C6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37976F7-27CE-227D-9794-491292E29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882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D5E600-0DB6-276A-214E-0D820C0B5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A67BBFB-E9E0-D5A2-55C9-05A1DD861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2E51-B6C2-477F-BE42-2DFB163930F7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1BC9333-39EB-884E-F632-1EEDC9413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4989AB1-6D65-C9A1-F088-D093186C7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5562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31DA4B2-3871-565A-C9B3-E7FB863E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2E51-B6C2-477F-BE42-2DFB163930F7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BB171A9-F86D-D5BF-B82E-4801C4B49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581C6C7-D4FA-DE7B-8053-F219B66B8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2442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779383-1212-FF49-7C91-0C4AF353E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B4F3EC-CB44-7CF6-9D59-CB307E7C5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AE4AA19-6128-4CD8-C05D-454556D66D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FD851A4-2859-DCAE-C1F6-D95CB6D46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2E51-B6C2-477F-BE42-2DFB163930F7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D4ECE65-0295-256D-A37D-BF25625F1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CB66CE1-8727-8BEB-BAB7-A820113E5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2436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FC780A-564E-110D-32F3-276E2C849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6A0404E-4DC4-FD80-7422-CBA05668F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179969D-3327-E91B-2A50-528878EA0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7A40444-794C-199A-5E1E-F579724C3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2E51-B6C2-477F-BE42-2DFB163930F7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249693A-00AB-8FED-DC91-A15253569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6AD9900-FBC5-7EA3-A41F-6A60F8C16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4089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82A143-DE4A-69B7-5C9C-ADAACB315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32A9518-EFA3-2803-820F-BBC9E52760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7F5F0D-9EEE-59FC-D542-17EBDA3B3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2E51-B6C2-477F-BE42-2DFB163930F7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6FEE61-32C4-74BA-1B68-12A743C4E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BDCAA8-5370-5621-523E-9685EE9BF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0104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0A989BA-C2C3-B6C4-0DBF-BCBB0119FC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6438590-652D-67D7-2E4B-8C5FD18E0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C0A7A1-C1D4-6B7A-3E48-C338A0BDA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F2E51-B6C2-477F-BE42-2DFB163930F7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036689-C72D-1D43-6FC4-9946B7EE3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148C2C-5F28-3481-34F5-AB5B2CBAC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5361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70A53EC-C6C5-5E36-5774-9D2E94BDA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B9E9FB-A9DF-6CE8-D67D-C25DAA0E5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ABA8AF-76D7-2216-040D-8AD7ADA83A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4F2E51-B6C2-477F-BE42-2DFB163930F7}" type="datetimeFigureOut">
              <a:rPr kumimoji="1" lang="ja-JP" altLang="en-US" smtClean="0"/>
              <a:t>2026/5/8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454775-9D6B-0953-0AA5-229CB2179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F5B77C-E8D8-9FBC-1239-8F6BF1F687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AB44A7-556A-42CC-A754-F7B69BD543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8145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50BFD72-DE54-E134-7C82-63C59F7ADE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31" b="103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FB70213-5B03-743C-BBAE-2C47AB662483}"/>
              </a:ext>
            </a:extLst>
          </p:cNvPr>
          <p:cNvSpPr txBox="1"/>
          <p:nvPr/>
        </p:nvSpPr>
        <p:spPr>
          <a:xfrm>
            <a:off x="4825611" y="991180"/>
            <a:ext cx="25407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操作説明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2D30552-AE0C-D740-E176-F5C1568B567A}"/>
              </a:ext>
            </a:extLst>
          </p:cNvPr>
          <p:cNvSpPr txBox="1"/>
          <p:nvPr/>
        </p:nvSpPr>
        <p:spPr>
          <a:xfrm>
            <a:off x="1640337" y="2072410"/>
            <a:ext cx="952092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方向キー　：　移動</a:t>
            </a:r>
            <a:endParaRPr lang="en-US" altLang="ja-JP" sz="4000" dirty="0">
              <a:solidFill>
                <a:srgbClr val="FFFF00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kumimoji="1" lang="ja-JP" altLang="en-US" sz="40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Ｚキー　　：　</a:t>
            </a:r>
            <a:r>
              <a:rPr kumimoji="1" lang="ja-JP" altLang="en-US" sz="4000" dirty="0">
                <a:solidFill>
                  <a:srgbClr val="FF00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赤色</a:t>
            </a:r>
            <a:r>
              <a:rPr kumimoji="1" lang="ja-JP" altLang="en-US" sz="40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に変更</a:t>
            </a:r>
            <a:endParaRPr kumimoji="1" lang="en-US" altLang="ja-JP" sz="4000" dirty="0">
              <a:solidFill>
                <a:srgbClr val="FFFF00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lang="ja-JP" altLang="en-US" sz="40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Ｘキー　　：　</a:t>
            </a:r>
            <a:r>
              <a:rPr lang="ja-JP" altLang="en-US" sz="4000" dirty="0">
                <a:solidFill>
                  <a:srgbClr val="0000FF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青色</a:t>
            </a:r>
            <a:r>
              <a:rPr lang="ja-JP" altLang="en-US" sz="40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に変更</a:t>
            </a:r>
            <a:endParaRPr lang="en-US" altLang="ja-JP" sz="4000" dirty="0">
              <a:solidFill>
                <a:srgbClr val="FFFF00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kumimoji="1" lang="ja-JP" altLang="en-US" sz="40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Ｃキー</a:t>
            </a:r>
            <a:r>
              <a:rPr lang="ja-JP" altLang="en-US" sz="40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　　：　黄色に変更</a:t>
            </a:r>
            <a:endParaRPr lang="en-US" altLang="ja-JP" sz="4000" dirty="0">
              <a:solidFill>
                <a:srgbClr val="FFFF00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kumimoji="1" lang="en-US" altLang="ja-JP" sz="40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※</a:t>
            </a:r>
            <a:r>
              <a:rPr kumimoji="1" lang="ja-JP" altLang="en-US" sz="40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弾は</a:t>
            </a:r>
            <a:r>
              <a:rPr kumimoji="1" lang="ja-JP" altLang="en-US" sz="4000" u="sng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自動で発射</a:t>
            </a:r>
            <a:r>
              <a:rPr kumimoji="1" lang="ja-JP" altLang="en-US" sz="40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され続けます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9AB24CE0-AA7B-2CF3-A9E6-DD888DA537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0067" y="2297070"/>
            <a:ext cx="919896" cy="862404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8FD30C3C-FBED-334B-C216-4BBFDAF9D1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840" y="2179662"/>
            <a:ext cx="1249338" cy="124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215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75778-E9E8-48D8-BD99-0FF9DE2F7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3D520A05-8DA5-91E3-70BB-22F879E9CF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31" b="10315"/>
          <a:stretch>
            <a:fillRect/>
          </a:stretch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103E0D1-0191-45E2-CCBD-DB6A310DBE25}"/>
              </a:ext>
            </a:extLst>
          </p:cNvPr>
          <p:cNvSpPr txBox="1"/>
          <p:nvPr/>
        </p:nvSpPr>
        <p:spPr>
          <a:xfrm>
            <a:off x="4734869" y="970240"/>
            <a:ext cx="28874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ルール</a:t>
            </a:r>
            <a:r>
              <a:rPr kumimoji="1" lang="ja-JP" altLang="en-US" sz="40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説明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8767066-837C-1EEB-E63D-9D04B930D355}"/>
              </a:ext>
            </a:extLst>
          </p:cNvPr>
          <p:cNvSpPr txBox="1"/>
          <p:nvPr/>
        </p:nvSpPr>
        <p:spPr>
          <a:xfrm>
            <a:off x="1335536" y="1939788"/>
            <a:ext cx="95209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敵キャラクターの色と同じ色の弾を</a:t>
            </a:r>
            <a:endParaRPr kumimoji="1" lang="en-US" altLang="ja-JP" sz="4000" dirty="0">
              <a:solidFill>
                <a:srgbClr val="FFFF00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kumimoji="1" lang="ja-JP" altLang="en-US" sz="40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当てると得点になります。</a:t>
            </a:r>
            <a:endParaRPr kumimoji="1" lang="en-US" altLang="ja-JP" sz="4000" dirty="0">
              <a:solidFill>
                <a:srgbClr val="FFFF00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kumimoji="1" lang="ja-JP" altLang="en-US" sz="40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同じ色ではなかったら弾がはじかれます。</a:t>
            </a:r>
            <a:endParaRPr kumimoji="1" lang="en-US" altLang="ja-JP" sz="4000" dirty="0">
              <a:solidFill>
                <a:srgbClr val="FFFF00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6B53749-8CE3-1B65-531D-C2372BAB07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6719" y="4339355"/>
            <a:ext cx="1371216" cy="1350121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29B9708B-3D72-BD7A-70AB-2CD65D515A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6031" y="3878780"/>
            <a:ext cx="1371216" cy="1350121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5620D450-BE8F-B38E-6ADB-6B1FA09AD0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5343" y="4553840"/>
            <a:ext cx="1371216" cy="1350121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D299E5BE-DD96-2AAD-477B-24F17B00C6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7594" y="4462369"/>
            <a:ext cx="919896" cy="862404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EDF901A9-EBC7-E0B0-775E-5E202190C4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0790" y="4328060"/>
            <a:ext cx="1249338" cy="124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429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CD54B-088B-63EF-240E-A5723309E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9380C813-14E0-D7AA-524C-6008FC356D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31" b="103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5B60EB0-A2CE-6033-AD4A-9DB149970ADB}"/>
              </a:ext>
            </a:extLst>
          </p:cNvPr>
          <p:cNvSpPr txBox="1"/>
          <p:nvPr/>
        </p:nvSpPr>
        <p:spPr>
          <a:xfrm>
            <a:off x="4734869" y="970240"/>
            <a:ext cx="28874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ルール</a:t>
            </a:r>
            <a:r>
              <a:rPr kumimoji="1" lang="ja-JP" altLang="en-US" sz="40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説明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9866B79-A446-25E8-DC98-33B18FFAD0AC}"/>
              </a:ext>
            </a:extLst>
          </p:cNvPr>
          <p:cNvSpPr txBox="1"/>
          <p:nvPr/>
        </p:nvSpPr>
        <p:spPr>
          <a:xfrm>
            <a:off x="1335537" y="1813555"/>
            <a:ext cx="997231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>
                <a:solidFill>
                  <a:schemeClr val="accent3">
                    <a:lumMod val="60000"/>
                    <a:lumOff val="40000"/>
                  </a:schemeClr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緑</a:t>
            </a:r>
            <a:r>
              <a:rPr kumimoji="1" lang="ja-JP" altLang="en-US" sz="32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、</a:t>
            </a:r>
            <a:r>
              <a:rPr kumimoji="1" lang="ja-JP" altLang="en-US" sz="3200" dirty="0">
                <a:solidFill>
                  <a:srgbClr val="FFC0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オレンジ</a:t>
            </a:r>
            <a:r>
              <a:rPr kumimoji="1" lang="ja-JP" altLang="en-US" sz="32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、</a:t>
            </a:r>
            <a:r>
              <a:rPr kumimoji="1" lang="ja-JP" altLang="en-US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紫</a:t>
            </a:r>
            <a:r>
              <a:rPr kumimoji="1" lang="ja-JP" altLang="en-US" sz="32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の敵は、２色が合体しています。</a:t>
            </a:r>
            <a:endParaRPr kumimoji="1" lang="en-US" altLang="ja-JP" sz="3200" dirty="0">
              <a:solidFill>
                <a:srgbClr val="FFFF00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lang="ja-JP" altLang="en-US" sz="32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以下の組み合わせのどちらかを当てれば、</a:t>
            </a:r>
            <a:endParaRPr lang="en-US" altLang="ja-JP" sz="3200" dirty="0">
              <a:solidFill>
                <a:srgbClr val="FFFF00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lang="ja-JP" altLang="en-US" sz="32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残った方の色の敵が残ります。</a:t>
            </a:r>
            <a:endParaRPr lang="en-US" altLang="ja-JP" sz="3200" dirty="0">
              <a:solidFill>
                <a:srgbClr val="FFFF00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lang="ja-JP" altLang="en-US" sz="32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さらに、動きが厄介になっています。</a:t>
            </a:r>
            <a:endParaRPr kumimoji="1" lang="en-US" altLang="ja-JP" sz="3200" dirty="0">
              <a:solidFill>
                <a:srgbClr val="FFFF00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lang="ja-JP" altLang="en-US" sz="3200" dirty="0">
                <a:solidFill>
                  <a:schemeClr val="accent3">
                    <a:lumMod val="60000"/>
                    <a:lumOff val="40000"/>
                  </a:schemeClr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緑</a:t>
            </a:r>
            <a:r>
              <a:rPr lang="ja-JP" altLang="en-US" sz="32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　　　　＝　</a:t>
            </a:r>
            <a:r>
              <a:rPr lang="ja-JP" altLang="en-US" sz="3200" dirty="0">
                <a:solidFill>
                  <a:srgbClr val="0000FF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青</a:t>
            </a:r>
            <a:r>
              <a:rPr lang="ja-JP" altLang="en-US" sz="3200" dirty="0">
                <a:solidFill>
                  <a:srgbClr val="FF00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　</a:t>
            </a:r>
            <a:r>
              <a:rPr lang="ja-JP" altLang="en-US" sz="32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＋　黄</a:t>
            </a:r>
            <a:endParaRPr lang="en-US" altLang="ja-JP" sz="3200" dirty="0">
              <a:solidFill>
                <a:srgbClr val="FFFF00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lang="ja-JP" altLang="en-US" sz="3200" dirty="0">
                <a:solidFill>
                  <a:srgbClr val="FFC0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オレンジ　</a:t>
            </a:r>
            <a:r>
              <a:rPr lang="ja-JP" altLang="en-US" sz="32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＝　</a:t>
            </a:r>
            <a:r>
              <a:rPr lang="ja-JP" altLang="en-US" sz="3200" dirty="0">
                <a:solidFill>
                  <a:srgbClr val="FF00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赤　</a:t>
            </a:r>
            <a:r>
              <a:rPr lang="ja-JP" altLang="en-US" sz="32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＋　黄</a:t>
            </a:r>
            <a:endParaRPr lang="en-US" altLang="ja-JP" sz="3200" dirty="0">
              <a:solidFill>
                <a:srgbClr val="FFFF00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lang="ja-JP" altLang="en-US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紫　　　　</a:t>
            </a:r>
            <a:r>
              <a:rPr lang="ja-JP" altLang="en-US" sz="32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＝　</a:t>
            </a:r>
            <a:r>
              <a:rPr lang="ja-JP" altLang="en-US" sz="3200" dirty="0">
                <a:solidFill>
                  <a:srgbClr val="FF00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赤　</a:t>
            </a:r>
            <a:r>
              <a:rPr lang="ja-JP" altLang="en-US" sz="32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＋　</a:t>
            </a:r>
            <a:r>
              <a:rPr lang="ja-JP" altLang="en-US" sz="3200" dirty="0">
                <a:solidFill>
                  <a:srgbClr val="0000FF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青</a:t>
            </a:r>
            <a:endParaRPr kumimoji="1" lang="en-US" altLang="ja-JP" sz="3200" dirty="0">
              <a:solidFill>
                <a:srgbClr val="FFFF00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92A5B52-2097-79F6-2425-903A7C24E2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8851" y="3254497"/>
            <a:ext cx="1130183" cy="111279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CD250E48-511E-FE1F-63FD-DE654B2E2D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3737" y="3880911"/>
            <a:ext cx="1130183" cy="1130183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8BAA53F7-5587-2D02-3A37-8458D12E86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8851" y="4715648"/>
            <a:ext cx="1130183" cy="1130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389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DCB03-CE42-8A33-AF7F-474FCF2F1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C233AD6B-3D3B-A858-1FF9-0EEF9BD91B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31" b="103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AF9E85B-2985-E3DB-AA95-4E249DD5FA5D}"/>
              </a:ext>
            </a:extLst>
          </p:cNvPr>
          <p:cNvSpPr txBox="1"/>
          <p:nvPr/>
        </p:nvSpPr>
        <p:spPr>
          <a:xfrm>
            <a:off x="4734869" y="970240"/>
            <a:ext cx="28874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0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ルール</a:t>
            </a:r>
            <a:r>
              <a:rPr kumimoji="1" lang="ja-JP" altLang="en-US" sz="40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説明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C907816-787F-1FF3-F986-D078F3A36A06}"/>
              </a:ext>
            </a:extLst>
          </p:cNvPr>
          <p:cNvSpPr txBox="1"/>
          <p:nvPr/>
        </p:nvSpPr>
        <p:spPr>
          <a:xfrm>
            <a:off x="1335536" y="1876967"/>
            <a:ext cx="952092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スコアは敵キャラを倒したら入ります。</a:t>
            </a:r>
            <a:endParaRPr kumimoji="1" lang="en-US" altLang="ja-JP" sz="4000" dirty="0">
              <a:solidFill>
                <a:srgbClr val="FFFF00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lang="ja-JP" altLang="en-US" sz="40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また、倒せば倒すほどスコアの上昇量が</a:t>
            </a:r>
            <a:endParaRPr lang="en-US" altLang="ja-JP" sz="4000" dirty="0">
              <a:solidFill>
                <a:srgbClr val="FFFF00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kumimoji="1" lang="ja-JP" altLang="en-US" sz="40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上がっていきます。</a:t>
            </a:r>
            <a:endParaRPr kumimoji="1" lang="en-US" altLang="ja-JP" sz="4000" dirty="0">
              <a:solidFill>
                <a:srgbClr val="FFFF00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endParaRPr lang="en-US" altLang="ja-JP" sz="4000" dirty="0">
              <a:solidFill>
                <a:srgbClr val="FFFF00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lang="ja-JP" altLang="en-US" sz="40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ランキングでは、今までのスコアの内、</a:t>
            </a:r>
            <a:endParaRPr lang="en-US" altLang="ja-JP" sz="4000" dirty="0">
              <a:solidFill>
                <a:srgbClr val="FFFF00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r>
              <a:rPr lang="ja-JP" altLang="en-US" sz="4000" dirty="0">
                <a:solidFill>
                  <a:srgbClr val="FFFF00"/>
                </a:solidFill>
                <a:latin typeface="DotGothic16" panose="02020900000000000000" pitchFamily="18" charset="-128"/>
                <a:ea typeface="DotGothic16" panose="02020900000000000000" pitchFamily="18" charset="-128"/>
              </a:rPr>
              <a:t>上から３位までを見ることができます。</a:t>
            </a:r>
            <a:endParaRPr lang="en-US" altLang="ja-JP" sz="4000" dirty="0">
              <a:solidFill>
                <a:srgbClr val="FFFF00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  <a:p>
            <a:endParaRPr kumimoji="1" lang="en-US" altLang="ja-JP" sz="4000" dirty="0">
              <a:solidFill>
                <a:srgbClr val="FFFF00"/>
              </a:solidFill>
              <a:latin typeface="DotGothic16" panose="02020900000000000000" pitchFamily="18" charset="-128"/>
              <a:ea typeface="DotGothic16" panose="020209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781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164</Words>
  <Application>Microsoft Office PowerPoint</Application>
  <PresentationFormat>ワイド画面</PresentationFormat>
  <Paragraphs>29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DotGothic16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智琉 橋口</dc:creator>
  <cp:lastModifiedBy>智琉 橋口</cp:lastModifiedBy>
  <cp:revision>1</cp:revision>
  <dcterms:created xsi:type="dcterms:W3CDTF">2026-05-08T04:57:22Z</dcterms:created>
  <dcterms:modified xsi:type="dcterms:W3CDTF">2026-05-08T06:01:51Z</dcterms:modified>
</cp:coreProperties>
</file>