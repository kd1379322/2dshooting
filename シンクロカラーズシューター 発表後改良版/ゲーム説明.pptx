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34C3D-10E6-4179-AB6F-1024F5D87C5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BC8E4-570F-4F0B-8631-9300D60556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8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01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00B8-B8BF-6776-7D20-56393EE0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0E1320-252D-6AAC-85B2-D6158007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976EA7-CCBF-558E-0C84-A20E11A16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434B30-75D5-3AE1-7CF3-4F2EEC6A4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41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673D-FCDE-D552-43D9-C404F20C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9497624-2F16-5826-DF9E-76637294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DBD1B6-7FE5-E86F-9380-73D7B465C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8884AE-9178-F9B5-9ADE-145EE2467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029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3723-3D65-5F9E-E78C-2D558880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CBADB8-FC3C-C267-9A75-51685CA75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8A8315-0DFF-FE1C-B8CB-0D19724E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4F865-B81F-E76B-186D-E93A38CF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70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21D1D-0986-9994-F235-CAC47D5E5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D96B4C-E4E0-9499-9783-5C32DD0A9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5DE0B0-7446-2E2F-FF05-DF93E66B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3559E6-D19D-F201-DACE-6F7BC8B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77BF1-62B1-8C6F-99CF-45FD4E6B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53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2D87B-9510-0871-55CA-4C4216F5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7B187-4E77-F048-1E86-8CC50547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77E85-4291-3F9B-61B8-95342E0F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98A86C-7112-A113-8768-C8325A91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809312-2182-6D91-98EA-13577CED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7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67674-8440-8E8E-C1FA-AACAA225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CB5A8A-FEB5-5B5C-F10E-8DE45B81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4440CF-2679-0458-6081-BB8701B4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7D6E1F-519F-1A1F-4A7A-5F9B8F28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99694A-74EA-DF53-D475-FA03EE40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3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80AFD-AF97-1242-AE1B-AF5E37AE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4C69BD-E3DA-46F6-D0B8-8DBF0759E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2089FB-7330-A671-CDB3-93423D2C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D77AB2-67AE-44BC-0788-95A498B6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4D99A9-A60F-D29E-181D-CC664BCC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098639-D2C1-B4DA-04F9-F495220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ED065-D5AD-1050-D90B-1B1BAB7E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F60D68-347D-1D8B-A635-95E5CF3D7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B7BC2-9B1A-0A5A-65F9-6469A7862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55035B-77FC-A6B7-2ABD-E8DDEE7E2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78D43D-5FFB-D2E2-10BD-E0CD3871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F8FF3E-3F40-F289-5C43-4E536C3F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C9D522B-8130-DBA2-967C-1912E48C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7976F7-27CE-227D-9794-491292E2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8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5E600-0DB6-276A-214E-0D820C0B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67BBFB-E9E0-D5A2-55C9-05A1DD86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BC9333-39EB-884E-F632-1EEDC941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989AB1-6D65-C9A1-F088-D093186C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6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1DA4B2-3871-565A-C9B3-E7FB863E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B171A9-F86D-D5BF-B82E-4801C4B4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81C6C7-D4FA-DE7B-8053-F219B66B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44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79383-1212-FF49-7C91-0C4AF353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4F3EC-CB44-7CF6-9D59-CB307E7C5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4AA19-6128-4CD8-C05D-454556D66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D851A4-2859-DCAE-C1F6-D95CB6D4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4ECE65-0295-256D-A37D-BF25625F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B66CE1-8727-8BEB-BAB7-A820113E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43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FC780A-564E-110D-32F3-276E2C84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A0404E-4DC4-FD80-7422-CBA05668F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79969D-3327-E91B-2A50-528878EA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A40444-794C-199A-5E1E-F579724C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49693A-00AB-8FED-DC91-A1525356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AD9900-FBC5-7EA3-A41F-6A60F8C1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08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2A143-DE4A-69B7-5C9C-ADAACB31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2A9518-EFA3-2803-820F-BBC9E5276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7F5F0D-9EEE-59FC-D542-17EBDA3B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6FEE61-32C4-74BA-1B68-12A743C4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BDCAA8-5370-5621-523E-9685EE9B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1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A989BA-C2C3-B6C4-0DBF-BCBB0119F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438590-652D-67D7-2E4B-8C5FD18E0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0A7A1-C1D4-6B7A-3E48-C338A0BD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36689-C72D-1D43-6FC4-9946B7EE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148C2C-5F28-3481-34F5-AB5B2CBA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36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0A53EC-C6C5-5E36-5774-9D2E94BD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9E9FB-A9DF-6CE8-D67D-C25DAA0E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ABA8AF-76D7-2216-040D-8AD7ADA83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F2E51-B6C2-477F-BE42-2DFB163930F7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54775-9D6B-0953-0AA5-229CB2179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5B77C-E8D8-9FBC-1239-8F6BF1F6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14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0BFD72-DE54-E134-7C82-63C59F7A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B70213-5B03-743C-BBAE-2C47AB662483}"/>
              </a:ext>
            </a:extLst>
          </p:cNvPr>
          <p:cNvSpPr txBox="1"/>
          <p:nvPr/>
        </p:nvSpPr>
        <p:spPr>
          <a:xfrm>
            <a:off x="4825611" y="991180"/>
            <a:ext cx="2540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操作説明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D30552-AE0C-D740-E176-F5C1568B567A}"/>
              </a:ext>
            </a:extLst>
          </p:cNvPr>
          <p:cNvSpPr txBox="1"/>
          <p:nvPr/>
        </p:nvSpPr>
        <p:spPr>
          <a:xfrm>
            <a:off x="1684942" y="2061258"/>
            <a:ext cx="95209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方向キー　：　移動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Ｚキー　　：　</a:t>
            </a:r>
            <a:r>
              <a:rPr kumimoji="1" lang="ja-JP" altLang="en-US" sz="40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赤色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に変更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Ｘキー　　：　</a:t>
            </a:r>
            <a:r>
              <a:rPr lang="ja-JP" altLang="en-US" sz="40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青色</a:t>
            </a:r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に変更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Ｃキー</a:t>
            </a:r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　：　</a:t>
            </a:r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黄色</a:t>
            </a:r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に変更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en-US" altLang="ja-JP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※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弾は</a:t>
            </a:r>
            <a:r>
              <a:rPr kumimoji="1" lang="ja-JP" altLang="en-US" sz="4000" u="sng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自動で発射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され続けます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AB24CE0-AA7B-2CF3-A9E6-DD888DA5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7" y="2297070"/>
            <a:ext cx="919896" cy="8624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FD30C3C-FBED-334B-C216-4BBFDAF9D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840" y="2179662"/>
            <a:ext cx="1249338" cy="12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1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5778-E9E8-48D8-BD99-0FF9DE2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D520A05-8DA5-91E3-70BB-22F879E9C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03E0D1-0191-45E2-CCBD-DB6A310DBE25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767066-837C-1EEB-E63D-9D04B930D355}"/>
              </a:ext>
            </a:extLst>
          </p:cNvPr>
          <p:cNvSpPr txBox="1"/>
          <p:nvPr/>
        </p:nvSpPr>
        <p:spPr>
          <a:xfrm>
            <a:off x="1335536" y="1939788"/>
            <a:ext cx="952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敵キャラクターの色と同じ色の弾を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当てると倒すことができます。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同じ色ではなかったら弾がはじかれます。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6B53749-8CE3-1B65-531D-C2372BAB0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719" y="4339355"/>
            <a:ext cx="1371216" cy="13501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9B9708B-3D72-BD7A-70AB-2CD65D515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031" y="3878780"/>
            <a:ext cx="1371216" cy="135012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620D450-BE8F-B38E-6ADB-6B1FA09AD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5343" y="4553840"/>
            <a:ext cx="1371216" cy="135012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299E5BE-DD96-2AAD-477B-24F17B00C6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94" y="4462369"/>
            <a:ext cx="919896" cy="8624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DF901A9-EBC7-E0B0-775E-5E202190C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790" y="4328060"/>
            <a:ext cx="1249338" cy="12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2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D54B-088B-63EF-240E-A5723309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80C813-14E0-D7AA-524C-6008FC356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B60EB0-A2CE-6033-AD4A-9DB149970ADB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866B79-A446-25E8-DC98-33B18FFAD0AC}"/>
              </a:ext>
            </a:extLst>
          </p:cNvPr>
          <p:cNvSpPr txBox="1"/>
          <p:nvPr/>
        </p:nvSpPr>
        <p:spPr>
          <a:xfrm>
            <a:off x="1335537" y="1813555"/>
            <a:ext cx="99723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の敵は、２色が合体しています。</a:t>
            </a:r>
            <a:endParaRPr kumimoji="1"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以下の組み合わせのどちらかを当てれば、</a:t>
            </a:r>
            <a:endParaRPr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残った方の色の敵が残ります。</a:t>
            </a:r>
            <a:endParaRPr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さらに、動きが厄介になっています。</a:t>
            </a:r>
            <a:endParaRPr kumimoji="1"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　　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　　　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endParaRPr kumimoji="1"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2A5B52-2097-79F6-2425-903A7C24E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851" y="3254497"/>
            <a:ext cx="1130183" cy="11127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D250E48-511E-FE1F-63FD-DE654B2E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737" y="3880911"/>
            <a:ext cx="1130183" cy="11301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BAA53F7-5587-2D02-3A37-8458D12E8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851" y="4715648"/>
            <a:ext cx="1130183" cy="11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8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CB03-CE42-8A33-AF7F-474FCF2F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233AD6B-3D3B-A858-1FF9-0EEF9BD9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F9E85B-2985-E3DB-AA95-4E249DD5FA5D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907816-787F-1FF3-F986-D078F3A36A06}"/>
              </a:ext>
            </a:extLst>
          </p:cNvPr>
          <p:cNvSpPr txBox="1"/>
          <p:nvPr/>
        </p:nvSpPr>
        <p:spPr>
          <a:xfrm>
            <a:off x="1335536" y="1876967"/>
            <a:ext cx="95209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スコアは敵キャラを倒したら入ります。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また、倒せば倒すほどスコアの上昇量が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上がっていきます。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ランキングでは、今までのスコアの内、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上から３位までを見ることができます。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78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165</Words>
  <Application>Microsoft Office PowerPoint</Application>
  <PresentationFormat>ワイド画面</PresentationFormat>
  <Paragraphs>29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DotGothic16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智琉 橋口</dc:creator>
  <cp:lastModifiedBy>智琉 橋口</cp:lastModifiedBy>
  <cp:revision>2</cp:revision>
  <dcterms:created xsi:type="dcterms:W3CDTF">2026-05-08T04:57:22Z</dcterms:created>
  <dcterms:modified xsi:type="dcterms:W3CDTF">2026-05-21T05:36:10Z</dcterms:modified>
</cp:coreProperties>
</file>